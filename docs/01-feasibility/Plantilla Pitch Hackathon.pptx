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9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9"/>
  </p:normalViewPr>
  <p:slideViewPr>
    <p:cSldViewPr snapToGrid="0">
      <p:cViewPr varScale="1">
        <p:scale>
          <a:sx n="89" d="100"/>
          <a:sy n="89" d="100"/>
        </p:scale>
        <p:origin x="84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0de1007d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0de1007d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0de1007da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0de1007da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0de1007da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0de1007da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0de1007da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0de1007da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0de1007da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0de1007da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4f256ec8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4f256ec8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de1007da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de1007da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de1007da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0de1007da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descr="p4s cop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5173" y="4413072"/>
            <a:ext cx="635038" cy="63503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1223875"/>
            <a:ext cx="4661100" cy="157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38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Nombre del proyecto</a:t>
            </a:r>
            <a:endParaRPr sz="438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3329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Slogan del proyecto</a:t>
            </a:r>
            <a:endParaRPr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26874" y="860925"/>
            <a:ext cx="4361375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 dirty="0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Título del problema que estás abordando</a:t>
            </a:r>
            <a:endParaRPr sz="3100" b="1" dirty="0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4" descr="p4s cop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225" y="2075900"/>
            <a:ext cx="1678573" cy="22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7415" y="2075900"/>
            <a:ext cx="1678573" cy="22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1502" y="2075900"/>
            <a:ext cx="1678573" cy="22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1903925" y="3361625"/>
            <a:ext cx="12879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Enunciados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78875" y="3285425"/>
            <a:ext cx="1371300" cy="5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Preguntas relevantes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345575" y="3361625"/>
            <a:ext cx="1250400" cy="6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Cifras grandes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759575" y="3264575"/>
            <a:ext cx="609900" cy="19800"/>
          </a:xfrm>
          <a:prstGeom prst="rect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2242925" y="3264575"/>
            <a:ext cx="609900" cy="19800"/>
          </a:xfrm>
          <a:prstGeom prst="rect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726275" y="3264575"/>
            <a:ext cx="609900" cy="19800"/>
          </a:xfrm>
          <a:prstGeom prst="rect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575" y="2430562"/>
            <a:ext cx="685900" cy="7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2927" y="2471742"/>
            <a:ext cx="609900" cy="66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2124" y="2389374"/>
            <a:ext cx="685900" cy="743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4"/>
          <p:cNvCxnSpPr/>
          <p:nvPr/>
        </p:nvCxnSpPr>
        <p:spPr>
          <a:xfrm>
            <a:off x="455075" y="2065525"/>
            <a:ext cx="4185600" cy="0"/>
          </a:xfrm>
          <a:prstGeom prst="straightConnector1">
            <a:avLst/>
          </a:prstGeom>
          <a:noFill/>
          <a:ln w="19050" cap="flat" cmpd="sng">
            <a:solidFill>
              <a:srgbClr val="26AED4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8" name="Google Shape;78;p14"/>
          <p:cNvSpPr/>
          <p:nvPr/>
        </p:nvSpPr>
        <p:spPr>
          <a:xfrm>
            <a:off x="4555950" y="1994375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 rotWithShape="1">
          <a:blip r:embed="rId9">
            <a:alphaModFix/>
          </a:blip>
          <a:srcRect l="13843" t="4049" r="15199" b="5762"/>
          <a:stretch/>
        </p:blipFill>
        <p:spPr>
          <a:xfrm>
            <a:off x="4946425" y="449650"/>
            <a:ext cx="3767026" cy="363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4">
            <a:alphaModFix/>
          </a:blip>
          <a:srcRect b="11339"/>
          <a:stretch/>
        </p:blipFill>
        <p:spPr>
          <a:xfrm>
            <a:off x="0" y="0"/>
            <a:ext cx="9144000" cy="459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362775" y="991075"/>
            <a:ext cx="3085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Contexto del problema</a:t>
            </a:r>
            <a:endParaRPr sz="2800" b="1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271300" y="2129525"/>
            <a:ext cx="2607600" cy="19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Claridad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Cifras detalladas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Regiones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Personas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Comportamientos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Estudios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6100" y="850625"/>
            <a:ext cx="5808900" cy="3265800"/>
          </a:xfrm>
          <a:prstGeom prst="roundRect">
            <a:avLst>
              <a:gd name="adj" fmla="val 4509"/>
            </a:avLst>
          </a:prstGeom>
          <a:noFill/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19" name="Google Shape;119;p16"/>
          <p:cNvCxnSpPr/>
          <p:nvPr/>
        </p:nvCxnSpPr>
        <p:spPr>
          <a:xfrm>
            <a:off x="461950" y="2111300"/>
            <a:ext cx="2378700" cy="0"/>
          </a:xfrm>
          <a:prstGeom prst="straightConnector1">
            <a:avLst/>
          </a:prstGeom>
          <a:noFill/>
          <a:ln w="19050" cap="flat" cmpd="sng">
            <a:solidFill>
              <a:srgbClr val="26AED4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20" name="Google Shape;120;p16"/>
          <p:cNvSpPr/>
          <p:nvPr/>
        </p:nvSpPr>
        <p:spPr>
          <a:xfrm>
            <a:off x="2746600" y="2045150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pic>
        <p:nvPicPr>
          <p:cNvPr id="121" name="Google Shape;121;p16" descr="p4s copi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 rotWithShape="1">
          <a:blip r:embed="rId4">
            <a:alphaModFix/>
          </a:blip>
          <a:srcRect b="11339"/>
          <a:stretch/>
        </p:blipFill>
        <p:spPr>
          <a:xfrm>
            <a:off x="0" y="0"/>
            <a:ext cx="9144000" cy="459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308788" y="843700"/>
            <a:ext cx="3271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Solución general</a:t>
            </a:r>
            <a:endParaRPr sz="3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03662" y="1306175"/>
            <a:ext cx="2127565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 dirty="0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Prototipo</a:t>
            </a:r>
            <a:endParaRPr sz="3100" b="1" dirty="0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308800" y="3527725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Generales acerca del</a:t>
            </a:r>
            <a:b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uso </a:t>
            </a:r>
            <a:r>
              <a:rPr lang="es" sz="1800" b="1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del prototipo</a:t>
            </a:r>
            <a:endParaRPr b="1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19"/>
          <p:cNvPicPr preferRelativeResize="0"/>
          <p:nvPr/>
        </p:nvPicPr>
        <p:blipFill rotWithShape="1">
          <a:blip r:embed="rId5">
            <a:alphaModFix/>
          </a:blip>
          <a:srcRect l="6566" r="5413"/>
          <a:stretch/>
        </p:blipFill>
        <p:spPr>
          <a:xfrm>
            <a:off x="3580591" y="918900"/>
            <a:ext cx="5173500" cy="3305700"/>
          </a:xfrm>
          <a:prstGeom prst="roundRect">
            <a:avLst>
              <a:gd name="adj" fmla="val 6162"/>
            </a:avLst>
          </a:prstGeom>
          <a:noFill/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7" name="Google Shape;167;p19"/>
          <p:cNvSpPr/>
          <p:nvPr/>
        </p:nvSpPr>
        <p:spPr>
          <a:xfrm>
            <a:off x="361175" y="1990513"/>
            <a:ext cx="1517100" cy="463200"/>
          </a:xfrm>
          <a:prstGeom prst="roundRect">
            <a:avLst>
              <a:gd name="adj" fmla="val 50000"/>
            </a:avLst>
          </a:prstGeom>
          <a:solidFill>
            <a:srgbClr val="021A33"/>
          </a:solidFill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10300" y="1990525"/>
            <a:ext cx="1240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s" sz="1760" b="1">
                <a:solidFill>
                  <a:schemeClr val="lt1"/>
                </a:solidFill>
              </a:rPr>
              <a:t>Pantallas</a:t>
            </a:r>
            <a:endParaRPr sz="1760" b="1">
              <a:solidFill>
                <a:schemeClr val="lt1"/>
              </a:solidFill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61175" y="2523913"/>
            <a:ext cx="1517100" cy="463200"/>
          </a:xfrm>
          <a:prstGeom prst="roundRect">
            <a:avLst>
              <a:gd name="adj" fmla="val 50000"/>
            </a:avLst>
          </a:prstGeom>
          <a:solidFill>
            <a:srgbClr val="021A33"/>
          </a:solidFill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510300" y="2523925"/>
            <a:ext cx="1240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s" sz="1760" b="1">
                <a:solidFill>
                  <a:schemeClr val="lt1"/>
                </a:solidFill>
              </a:rPr>
              <a:t>UI</a:t>
            </a:r>
            <a:endParaRPr sz="1760" b="1">
              <a:solidFill>
                <a:schemeClr val="lt1"/>
              </a:solidFill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61175" y="3057313"/>
            <a:ext cx="1517100" cy="463200"/>
          </a:xfrm>
          <a:prstGeom prst="roundRect">
            <a:avLst>
              <a:gd name="adj" fmla="val 50000"/>
            </a:avLst>
          </a:prstGeom>
          <a:solidFill>
            <a:srgbClr val="021A33"/>
          </a:solidFill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510300" y="3057325"/>
            <a:ext cx="1240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s" sz="1760" b="1">
                <a:solidFill>
                  <a:schemeClr val="lt1"/>
                </a:solidFill>
              </a:rPr>
              <a:t>Procesos</a:t>
            </a:r>
            <a:endParaRPr sz="1760" b="1">
              <a:solidFill>
                <a:schemeClr val="lt1"/>
              </a:solidFill>
            </a:endParaRPr>
          </a:p>
        </p:txBody>
      </p:sp>
      <p:pic>
        <p:nvPicPr>
          <p:cNvPr id="173" name="Google Shape;173;p19" descr="p4s copi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4">
            <a:alphaModFix/>
          </a:blip>
          <a:srcRect b="11339"/>
          <a:stretch/>
        </p:blipFill>
        <p:spPr>
          <a:xfrm>
            <a:off x="0" y="0"/>
            <a:ext cx="9144000" cy="459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594750" y="556850"/>
            <a:ext cx="332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Solución general:</a:t>
            </a:r>
            <a:endParaRPr sz="312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750" y="1246350"/>
            <a:ext cx="7954500" cy="3181800"/>
          </a:xfrm>
          <a:prstGeom prst="roundRect">
            <a:avLst>
              <a:gd name="adj" fmla="val 5332"/>
            </a:avLst>
          </a:prstGeom>
          <a:noFill/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3783450" y="556850"/>
            <a:ext cx="43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 b="1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Prototipo a detalle</a:t>
            </a:r>
            <a:endParaRPr sz="3120" b="1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0" descr="p4s copi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362550" y="1664650"/>
            <a:ext cx="143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Solución</a:t>
            </a:r>
            <a:endParaRPr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7800" y="873425"/>
            <a:ext cx="6007500" cy="3003600"/>
          </a:xfrm>
          <a:prstGeom prst="roundRect">
            <a:avLst>
              <a:gd name="adj" fmla="val 7444"/>
            </a:avLst>
          </a:prstGeom>
          <a:noFill/>
          <a:ln w="9525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1" name="Google Shape;191;p21"/>
          <p:cNvSpPr txBox="1">
            <a:spLocks noGrp="1"/>
          </p:cNvSpPr>
          <p:nvPr>
            <p:ph type="title"/>
          </p:nvPr>
        </p:nvSpPr>
        <p:spPr>
          <a:xfrm>
            <a:off x="362550" y="2105650"/>
            <a:ext cx="26889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 b="1">
                <a:solidFill>
                  <a:srgbClr val="002552"/>
                </a:solidFill>
                <a:latin typeface="Roboto"/>
                <a:ea typeface="Roboto"/>
                <a:cs typeface="Roboto"/>
                <a:sym typeface="Roboto"/>
              </a:rPr>
              <a:t>Tecnología usada, aplicada</a:t>
            </a:r>
            <a:endParaRPr sz="3120" b="1">
              <a:solidFill>
                <a:srgbClr val="00255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140" y="1015915"/>
            <a:ext cx="598050" cy="6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l="30377" t="29110" r="29263" b="31197"/>
          <a:stretch/>
        </p:blipFill>
        <p:spPr>
          <a:xfrm>
            <a:off x="2096025" y="3666275"/>
            <a:ext cx="663435" cy="67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6">
            <a:alphaModFix/>
          </a:blip>
          <a:srcRect l="30377" t="29110" r="29263" b="31197"/>
          <a:stretch/>
        </p:blipFill>
        <p:spPr>
          <a:xfrm rot="5400000">
            <a:off x="6822650" y="95800"/>
            <a:ext cx="663435" cy="67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p4s copia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 rotWithShape="1">
          <a:blip r:embed="rId4">
            <a:alphaModFix/>
          </a:blip>
          <a:srcRect l="14301" r="13543"/>
          <a:stretch/>
        </p:blipFill>
        <p:spPr>
          <a:xfrm>
            <a:off x="2490837" y="167125"/>
            <a:ext cx="4162324" cy="437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p4s copi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 rotWithShape="1">
          <a:blip r:embed="rId6">
            <a:alphaModFix/>
          </a:blip>
          <a:srcRect l="30377" t="29110" r="29263" b="31197"/>
          <a:stretch/>
        </p:blipFill>
        <p:spPr>
          <a:xfrm>
            <a:off x="1780775" y="823675"/>
            <a:ext cx="663435" cy="67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 rotWithShape="1">
          <a:blip r:embed="rId6">
            <a:alphaModFix/>
          </a:blip>
          <a:srcRect l="30377" t="29110" r="29263" b="31197"/>
          <a:stretch/>
        </p:blipFill>
        <p:spPr>
          <a:xfrm>
            <a:off x="6883550" y="3375000"/>
            <a:ext cx="663435" cy="6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687450" y="548575"/>
            <a:ext cx="3000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Modelo de crecimiento</a:t>
            </a:r>
            <a:endParaRPr sz="3100" b="1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3"/>
          <p:cNvCxnSpPr>
            <a:endCxn id="212" idx="6"/>
          </p:cNvCxnSpPr>
          <p:nvPr/>
        </p:nvCxnSpPr>
        <p:spPr>
          <a:xfrm>
            <a:off x="758050" y="1611475"/>
            <a:ext cx="3045600" cy="0"/>
          </a:xfrm>
          <a:prstGeom prst="straightConnector1">
            <a:avLst/>
          </a:prstGeom>
          <a:noFill/>
          <a:ln w="19050" cap="flat" cmpd="sng">
            <a:solidFill>
              <a:srgbClr val="26AED4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13" name="Google Shape;213;p23"/>
          <p:cNvSpPr/>
          <p:nvPr/>
        </p:nvSpPr>
        <p:spPr>
          <a:xfrm>
            <a:off x="834250" y="1852700"/>
            <a:ext cx="2837100" cy="662400"/>
          </a:xfrm>
          <a:prstGeom prst="roundRect">
            <a:avLst>
              <a:gd name="adj" fmla="val 50000"/>
            </a:avLst>
          </a:prstGeom>
          <a:solidFill>
            <a:srgbClr val="0025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682950" y="1807838"/>
            <a:ext cx="752100" cy="752100"/>
          </a:xfrm>
          <a:prstGeom prst="ellipse">
            <a:avLst/>
          </a:prstGeom>
          <a:solidFill>
            <a:srgbClr val="26AED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834250" y="2769825"/>
            <a:ext cx="2837100" cy="572700"/>
          </a:xfrm>
          <a:prstGeom prst="roundRect">
            <a:avLst>
              <a:gd name="adj" fmla="val 50000"/>
            </a:avLst>
          </a:prstGeom>
          <a:solidFill>
            <a:srgbClr val="0025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682950" y="2680113"/>
            <a:ext cx="752100" cy="752100"/>
          </a:xfrm>
          <a:prstGeom prst="ellipse">
            <a:avLst/>
          </a:prstGeom>
          <a:solidFill>
            <a:srgbClr val="26AED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834250" y="3642100"/>
            <a:ext cx="2837100" cy="572700"/>
          </a:xfrm>
          <a:prstGeom prst="roundRect">
            <a:avLst>
              <a:gd name="adj" fmla="val 50000"/>
            </a:avLst>
          </a:prstGeom>
          <a:solidFill>
            <a:srgbClr val="0025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682950" y="3552388"/>
            <a:ext cx="752100" cy="752100"/>
          </a:xfrm>
          <a:prstGeom prst="ellipse">
            <a:avLst/>
          </a:prstGeom>
          <a:solidFill>
            <a:srgbClr val="26AED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435050" y="1800350"/>
            <a:ext cx="2014800" cy="7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6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Estrategias para capturar mercado</a:t>
            </a:r>
            <a:endParaRPr sz="176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1474800" y="2850750"/>
            <a:ext cx="1425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6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Promoción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1474800" y="3700600"/>
            <a:ext cx="1754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6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Fidelización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719" y="1914150"/>
            <a:ext cx="52795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021" y="2769845"/>
            <a:ext cx="527950" cy="57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359" y="3597260"/>
            <a:ext cx="610681" cy="6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/>
          <p:nvPr/>
        </p:nvSpPr>
        <p:spPr>
          <a:xfrm>
            <a:off x="3671350" y="1545325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pic>
        <p:nvPicPr>
          <p:cNvPr id="225" name="Google Shape;225;p23" descr="p4s copia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 rotWithShape="1">
          <a:blip r:embed="rId8">
            <a:alphaModFix/>
          </a:blip>
          <a:srcRect l="18873" r="18047"/>
          <a:stretch/>
        </p:blipFill>
        <p:spPr>
          <a:xfrm>
            <a:off x="4399650" y="226125"/>
            <a:ext cx="3740274" cy="45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/>
          <p:cNvPicPr preferRelativeResize="0"/>
          <p:nvPr/>
        </p:nvPicPr>
        <p:blipFill rotWithShape="1">
          <a:blip r:embed="rId9">
            <a:alphaModFix/>
          </a:blip>
          <a:srcRect l="30377" t="29110" r="29263" b="31197"/>
          <a:stretch/>
        </p:blipFill>
        <p:spPr>
          <a:xfrm>
            <a:off x="3803650" y="162950"/>
            <a:ext cx="663435" cy="67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 rotWithShape="1">
          <a:blip r:embed="rId9">
            <a:alphaModFix/>
          </a:blip>
          <a:srcRect l="30377" t="29110" r="29263" b="31197"/>
          <a:stretch/>
        </p:blipFill>
        <p:spPr>
          <a:xfrm>
            <a:off x="7635750" y="3590363"/>
            <a:ext cx="663435" cy="6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6" descr="p4s copi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5173" y="4413072"/>
            <a:ext cx="635038" cy="635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56925"/>
            <a:ext cx="9144000" cy="52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>
            <a:spLocks noGrp="1"/>
          </p:cNvSpPr>
          <p:nvPr>
            <p:ph type="title"/>
          </p:nvPr>
        </p:nvSpPr>
        <p:spPr>
          <a:xfrm>
            <a:off x="184650" y="880363"/>
            <a:ext cx="313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 b="1" dirty="0">
                <a:solidFill>
                  <a:srgbClr val="26AED4"/>
                </a:solidFill>
                <a:latin typeface="Roboto"/>
                <a:ea typeface="Roboto"/>
                <a:cs typeface="Roboto"/>
                <a:sym typeface="Roboto"/>
              </a:rPr>
              <a:t>Call to action</a:t>
            </a:r>
            <a:endParaRPr sz="3120" b="1" dirty="0">
              <a:solidFill>
                <a:srgbClr val="26AE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1" name="Google Shape;28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2000" y="1214350"/>
            <a:ext cx="5128200" cy="2980800"/>
          </a:xfrm>
          <a:prstGeom prst="roundRect">
            <a:avLst>
              <a:gd name="adj" fmla="val 6717"/>
            </a:avLst>
          </a:prstGeom>
          <a:noFill/>
          <a:ln w="19050" cap="flat" cmpd="sng">
            <a:solidFill>
              <a:srgbClr val="26AED4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82" name="Google Shape;282;p26"/>
          <p:cNvCxnSpPr/>
          <p:nvPr/>
        </p:nvCxnSpPr>
        <p:spPr>
          <a:xfrm>
            <a:off x="326150" y="1601475"/>
            <a:ext cx="2979600" cy="0"/>
          </a:xfrm>
          <a:prstGeom prst="straightConnector1">
            <a:avLst/>
          </a:prstGeom>
          <a:noFill/>
          <a:ln w="19050" cap="flat" cmpd="sng">
            <a:solidFill>
              <a:srgbClr val="26AED4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83" name="Google Shape;283;p26"/>
          <p:cNvSpPr/>
          <p:nvPr/>
        </p:nvSpPr>
        <p:spPr>
          <a:xfrm>
            <a:off x="3239450" y="1535325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285475" y="1929700"/>
            <a:ext cx="3132000" cy="491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503125" y="1959700"/>
            <a:ext cx="2878800" cy="65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QR - Landing</a:t>
            </a:r>
            <a:endParaRPr sz="18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300325" y="2535313"/>
            <a:ext cx="3132000" cy="491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300325" y="3140925"/>
            <a:ext cx="3132000" cy="491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326150" y="3746525"/>
            <a:ext cx="3132000" cy="491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544550" y="2550325"/>
            <a:ext cx="227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Síguenos en redes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44550" y="3155925"/>
            <a:ext cx="130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Inscríbete</a:t>
            </a:r>
            <a:endParaRPr/>
          </a:p>
        </p:txBody>
      </p:sp>
      <p:sp>
        <p:nvSpPr>
          <p:cNvPr id="291" name="Google Shape;291;p26"/>
          <p:cNvSpPr txBox="1">
            <a:spLocks noGrp="1"/>
          </p:cNvSpPr>
          <p:nvPr>
            <p:ph type="body" idx="1"/>
          </p:nvPr>
        </p:nvSpPr>
        <p:spPr>
          <a:xfrm>
            <a:off x="613725" y="3746525"/>
            <a:ext cx="7656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Etc.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402350" y="2124400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02350" y="2715013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402350" y="3320613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402350" y="3926213"/>
            <a:ext cx="132300" cy="132300"/>
          </a:xfrm>
          <a:prstGeom prst="ellipse">
            <a:avLst/>
          </a:prstGeom>
          <a:solidFill>
            <a:srgbClr val="26AE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6AED4"/>
              </a:solidFill>
            </a:endParaRPr>
          </a:p>
        </p:txBody>
      </p:sp>
      <p:pic>
        <p:nvPicPr>
          <p:cNvPr id="296" name="Google Shape;296;p26" descr="p4s copi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9000" y="4614900"/>
            <a:ext cx="487925" cy="4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/>
          <p:cNvPicPr preferRelativeResize="0"/>
          <p:nvPr/>
        </p:nvPicPr>
        <p:blipFill rotWithShape="1">
          <a:blip r:embed="rId6">
            <a:alphaModFix/>
          </a:blip>
          <a:srcRect l="30377" t="29110" r="29263" b="31197"/>
          <a:stretch/>
        </p:blipFill>
        <p:spPr>
          <a:xfrm>
            <a:off x="3569750" y="325500"/>
            <a:ext cx="663435" cy="6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</Words>
  <Application>Microsoft Office PowerPoint</Application>
  <PresentationFormat>Presentación en pantalla (16:9)</PresentationFormat>
  <Paragraphs>32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Roboto</vt:lpstr>
      <vt:lpstr>Arial</vt:lpstr>
      <vt:lpstr>Simple Light</vt:lpstr>
      <vt:lpstr>Nombre del proyecto</vt:lpstr>
      <vt:lpstr>Título del problema que estás abordando</vt:lpstr>
      <vt:lpstr>Presentación de PowerPoint</vt:lpstr>
      <vt:lpstr>Presentación de PowerPoint</vt:lpstr>
      <vt:lpstr>Solución general:</vt:lpstr>
      <vt:lpstr>Solución</vt:lpstr>
      <vt:lpstr>Presentación de PowerPoint</vt:lpstr>
      <vt:lpstr>Presentación de PowerPoint</vt:lpstr>
      <vt:lpstr>Call to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del proyecto</dc:title>
  <dc:creator>Rafael Ricardo Mendoza Herrera</dc:creator>
  <cp:lastModifiedBy>Rafael Ricardo Mendoza Herrera</cp:lastModifiedBy>
  <cp:revision>3</cp:revision>
  <dcterms:modified xsi:type="dcterms:W3CDTF">2026-06-26T21:28:45Z</dcterms:modified>
</cp:coreProperties>
</file>